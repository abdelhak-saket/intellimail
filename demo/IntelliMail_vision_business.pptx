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1323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IntelliMail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22402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Automatiser le triage des emails clients,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perdre le contrôle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GenAI gouverné — lecture business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 ·  LangGraph  ·  Azure OpenAI  ·  Human-in-the-loop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métier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d'un service client type en banque / assurance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64008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408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entrants / jour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70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+ première réponse manuels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64008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276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min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0" y="23408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email en moyenne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670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≈ 33 h de charge quotidienne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63040"/>
            <a:ext cx="64008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276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erreur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23408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coûter cher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670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réglementaire et réputationnel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8046720" cy="1143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858768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3520440"/>
            <a:ext cx="6812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question que pose tout sponsor :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Peut-on faire confiance à l'IA sur ce flux ? »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Automatiser : une règle de gestion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email reçoit un score de confiance (classifieur) et un verdict qualité (juge IA indépendant)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68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24688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≥ 0,85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juge : approuvé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envoyée automatiquement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456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~60 % du flux visé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468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17320"/>
            <a:ext cx="24688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0848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0,70 – 0,85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juge réservé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proposé,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3456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L'humain reste l'autorité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468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17320"/>
            <a:ext cx="24688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0848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&lt; 0,70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doute du système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classique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 conseiller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3456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: le doute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la main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seuils appartiennent au métier :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conformité peut les durcir par simple paramétrage, sans redéveloppement.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gouvernance est un livrable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garanties intégrées au pipeline — pas des promesses sur slide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27101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38074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21615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personnelles ne quittent pas le SI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5087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IBAN, n° sécu, CB, téléphone, email : masqués avant tout appel au cloud (minimisation RGPD).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984248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112264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219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05740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est auditable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17320" y="23500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ligne de métriques par email : scores, verdict du juge, latence, version du prompt utilisée.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825496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2953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06324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89864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prompts sont versionnés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319125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décision passée peut être rejouée et expliquée — base d'amélioration continue mesurable.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66744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7947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9044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73989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doute, l'humain reprend la main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17320" y="403250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du juge invalide ou score faible = revue humaine systématique (fail-closed).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553712"/>
            <a:ext cx="804672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45537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 AI Act art. 9 (gestion des risques) &amp; art. 15 (robustesse) — dès le POC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pilotage par critères de sortie mesurables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17904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572768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direct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simple via UiPath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12848" y="1371600"/>
            <a:ext cx="1517904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5768" y="1572768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22576" y="22128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 gouvernés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22576" y="27432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PII + juge IA + métriques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22576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77056" y="1371600"/>
            <a:ext cx="15179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1572768"/>
            <a:ext cx="512064" cy="51206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379976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86784" y="22128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documentaire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86784" y="27432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ancrées sur FAQ / procédures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86784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41264" y="1371600"/>
            <a:ext cx="15179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4184" y="1572768"/>
            <a:ext cx="512064" cy="51206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044184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50992" y="22128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UiPath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50992" y="27432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robot consomme l'API gouvernée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05472" y="1371600"/>
            <a:ext cx="15179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08392" y="1572768"/>
            <a:ext cx="512064" cy="51206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708392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0" y="22128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0" y="27432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IaC, monitoring, montée en charge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041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go / no-go sous chaque phase — exemple phase 2 :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43342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validée si, sur 200 emails de test, le taux d'envoi automatique justifié dépasse 60 % — mesuré par le fichier de métriques, pas à l'intuition. »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sponsor retient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20 h / jour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traitement manuel libérées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: 500 emails/j, 4 min/email,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d'automatisation sûre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22860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8348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traçabilité que le traitement manuel n'a jamais eue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8348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: scores, verdict,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 prompt, latence — auditables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Peut-on faire confiance à l'IA sur ce flux ?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 réponse : un système qui mesure sa propre fiabilité et rend la main quand il doute. »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IntelliMail — POC GenAI gouverné, vision business</dc:title>
  <dc:subject>PptxGenJS Presentation</dc:subject>
  <dc:creator>PptxGenJS</dc:creator>
  <cp:lastModifiedBy>PptxGenJS</cp:lastModifiedBy>
  <cp:revision>1</cp:revision>
  <dcterms:created xsi:type="dcterms:W3CDTF">2026-06-11T13:26:23Z</dcterms:created>
  <dcterms:modified xsi:type="dcterms:W3CDTF">2026-06-11T13:26:23Z</dcterms:modified>
</cp:coreProperties>
</file>